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2" r:id="rId3"/>
    <p:sldId id="257" r:id="rId4"/>
    <p:sldId id="258" r:id="rId5"/>
    <p:sldId id="259" r:id="rId6"/>
    <p:sldId id="263" r:id="rId7"/>
    <p:sldId id="264" r:id="rId8"/>
    <p:sldId id="265" r:id="rId9"/>
    <p:sldId id="273" r:id="rId10"/>
    <p:sldId id="272" r:id="rId11"/>
    <p:sldId id="266" r:id="rId12"/>
    <p:sldId id="267" r:id="rId13"/>
    <p:sldId id="268" r:id="rId14"/>
    <p:sldId id="269" r:id="rId15"/>
    <p:sldId id="274" r:id="rId16"/>
    <p:sldId id="270" r:id="rId17"/>
    <p:sldId id="271" r:id="rId18"/>
    <p:sldId id="260" r:id="rId19"/>
  </p:sldIdLst>
  <p:sldSz cx="12192000" cy="6858000"/>
  <p:notesSz cx="6858000" cy="91440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47"/>
    <p:restoredTop sz="94703"/>
  </p:normalViewPr>
  <p:slideViewPr>
    <p:cSldViewPr snapToGrid="0">
      <p:cViewPr varScale="1">
        <p:scale>
          <a:sx n="123" d="100"/>
          <a:sy n="123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92D97-31BE-F849-B789-32778DE0AFCA}" type="datetimeFigureOut">
              <a:rPr lang="en-BD" smtClean="0"/>
              <a:t>22/1/25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00E8F-297A-6A46-9605-32C01563F322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263936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00E8F-297A-6A46-9605-32C01563F322}" type="slidenum">
              <a:rPr lang="en-BD" smtClean="0"/>
              <a:t>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184942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07EB5-2BED-C7B3-8DE7-060CE1C3D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BF57E-C4CF-EC28-A3B7-F102B21CC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4514F-A9E6-A2B4-DF25-64D1A5971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3574-8ED4-8F48-AF6C-EBB202FC8477}" type="datetimeFigureOut">
              <a:rPr lang="en-BD" smtClean="0"/>
              <a:t>22/1/25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347C9-D374-1A91-A9CE-15B9F4BAE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B23B6-AC48-CA49-CD23-92B227FD8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64E9-EA5B-D149-A2D5-A34806AC6185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99870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CD5C1-A3A6-D049-FCDD-B731A70A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A9316-0298-F5B8-722C-D73D4203F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1989F-7159-CC93-AA1A-5C3E6A91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3574-8ED4-8F48-AF6C-EBB202FC8477}" type="datetimeFigureOut">
              <a:rPr lang="en-BD" smtClean="0"/>
              <a:t>22/1/25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BD81F-0399-33D3-F6C4-F7BF70F1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CC67A-819F-3682-5C32-30C73659A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64E9-EA5B-D149-A2D5-A34806AC6185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67508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8E17-A563-2DF4-6703-0E273CF0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BCD0C-5DF0-35EF-D7D1-648636E88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C57D8-5F7E-3C2F-B167-37F11FE0B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3574-8ED4-8F48-AF6C-EBB202FC8477}" type="datetimeFigureOut">
              <a:rPr lang="en-BD" smtClean="0"/>
              <a:t>22/1/25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EFEC2-14A5-AD63-B88C-A7B964BBD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D8454-4059-9561-A7CF-4073CF7CB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64E9-EA5B-D149-A2D5-A34806AC6185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977445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1748B-A01D-DA3B-3790-A41D05FC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ED85F-094D-0BD9-D8BC-451852981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827A5-B143-63FB-4BBB-DDB6F8194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9A9AE-4E29-CDBC-5552-244D5A1EA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3574-8ED4-8F48-AF6C-EBB202FC8477}" type="datetimeFigureOut">
              <a:rPr lang="en-BD" smtClean="0"/>
              <a:t>22/1/25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F3152-EF96-CA87-EB5A-C5B5BC54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6DFAB-50BC-6BB8-36AD-8FCBE6B8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64E9-EA5B-D149-A2D5-A34806AC6185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62569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B7764-78B9-1BDC-611F-06F7C824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65845-5263-5E4B-987C-797BAC29C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B5725-2B5F-9BDB-BA87-3DE5DB543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B903A1-6474-EEAB-12EF-EEB992425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42E67-7057-7EB7-10F0-B3F20AB42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1C0822-833C-5ECB-F4C4-1B8BF6B88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3574-8ED4-8F48-AF6C-EBB202FC8477}" type="datetimeFigureOut">
              <a:rPr lang="en-BD" smtClean="0"/>
              <a:t>22/1/25</a:t>
            </a:fld>
            <a:endParaRPr lang="e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052304-4D4B-8D09-8D22-B2549EF1B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4D4A3B-D881-FDC3-DB0B-0F78E4A4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64E9-EA5B-D149-A2D5-A34806AC6185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91079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AE4C-AC04-381C-2071-41CF2814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81F8A4-7616-B272-6A98-C21CCCD7A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3574-8ED4-8F48-AF6C-EBB202FC8477}" type="datetimeFigureOut">
              <a:rPr lang="en-BD" smtClean="0"/>
              <a:t>22/1/25</a:t>
            </a:fld>
            <a:endParaRPr lang="e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E73FC-237B-90C7-581E-F2D42DF90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B71F1-4520-B996-53B1-5B597103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64E9-EA5B-D149-A2D5-A34806AC6185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2090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22BB2-C3D4-9359-5C9E-24E43DF42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3574-8ED4-8F48-AF6C-EBB202FC8477}" type="datetimeFigureOut">
              <a:rPr lang="en-BD" smtClean="0"/>
              <a:t>22/1/25</a:t>
            </a:fld>
            <a:endParaRPr lang="e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BA1CB2-2521-ED2C-14F2-BA3A11112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8B686-96EA-37CD-93BA-CD5FE922B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64E9-EA5B-D149-A2D5-A34806AC6185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21244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D8420-C1EC-5FBC-87CB-5A0842A76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BD0C3-70E2-6146-39DD-373714DB4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E9D87-3D7C-8A86-204A-D7391EED9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0A2AA-7ACD-774A-03E2-7D7B97F05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3574-8ED4-8F48-AF6C-EBB202FC8477}" type="datetimeFigureOut">
              <a:rPr lang="en-BD" smtClean="0"/>
              <a:t>22/1/25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9D38A-9724-46CD-8DFE-8C91A065B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EDA87-62B6-93F5-6CF0-5708DF4B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64E9-EA5B-D149-A2D5-A34806AC6185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466899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DAA4-8DED-2FA4-F95C-F21153FD7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7A2688-9B7E-AEDA-7E24-071964046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68ECC-6FBD-89CA-9907-C9BE5B9D8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5FC58-DD73-3151-0F89-B51BFA8A2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3574-8ED4-8F48-AF6C-EBB202FC8477}" type="datetimeFigureOut">
              <a:rPr lang="en-BD" smtClean="0"/>
              <a:t>22/1/25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7B239-DCD1-DB8C-C51B-A5EA15E66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9A29A-7B34-4621-F760-AB505F14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64E9-EA5B-D149-A2D5-A34806AC6185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446510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76B4-6ADC-DB08-2D15-248EC6A9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F548D-896F-F159-236D-1F3A4942A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26C01-C148-C7B6-D3E5-01010CCF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3574-8ED4-8F48-AF6C-EBB202FC8477}" type="datetimeFigureOut">
              <a:rPr lang="en-BD" smtClean="0"/>
              <a:t>22/1/25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59601-8ACB-F93A-618C-CA2E3DD2A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FBA85-6D1D-31C5-B78D-7CCD1D93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64E9-EA5B-D149-A2D5-A34806AC6185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778276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A6F82F-AA0C-45B5-70FF-23247C112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15A40-7F81-F0B8-45B9-368C82F9C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E0AD6-2BF3-2D52-37BC-975183329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3574-8ED4-8F48-AF6C-EBB202FC8477}" type="datetimeFigureOut">
              <a:rPr lang="en-BD" smtClean="0"/>
              <a:t>22/1/25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6FCD2-CAD8-B1EC-3A28-4983FB5F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DDF63-30CC-F60B-6980-E73D07848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64E9-EA5B-D149-A2D5-A34806AC6185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67039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66BFC4-9717-DC8E-8CEA-C6E473FD7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F417B-2263-7F9D-A604-488B698A7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5235C-6F9A-869D-05AB-CE364F56E6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73574-8ED4-8F48-AF6C-EBB202FC8477}" type="datetimeFigureOut">
              <a:rPr lang="en-BD" smtClean="0"/>
              <a:t>22/1/25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9C774-0724-754C-8855-56EE5186A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C773-7F09-4422-820B-1653BFC48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C64E9-EA5B-D149-A2D5-A34806AC6185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918493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E9945-F4D0-1676-1D87-7AA854FA6B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D" dirty="0"/>
              <a:t>Keywords, Identifiers, Data Types and Qualifiers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16BD1-D4C4-355B-ADCE-5270F0993E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D" dirty="0"/>
              <a:t>Rakib Mahmud</a:t>
            </a:r>
          </a:p>
        </p:txBody>
      </p:sp>
    </p:spTree>
    <p:extLst>
      <p:ext uri="{BB962C8B-B14F-4D97-AF65-F5344CB8AC3E}">
        <p14:creationId xmlns:p14="http://schemas.microsoft.com/office/powerpoint/2010/main" val="586918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32A56-935A-F98B-41B6-4CDBBA8D9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Keywords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6AFDC-EFF5-4CEA-A060-10FA588C1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Keywords are predefined or reserved words that have special meanings to the compiler.</a:t>
            </a:r>
          </a:p>
          <a:p>
            <a:r>
              <a:rPr lang="en-GB" dirty="0"/>
              <a:t>These are part of the syntax and cannot be used as identifiers in the program.</a:t>
            </a:r>
          </a:p>
          <a:p>
            <a:r>
              <a:rPr lang="en-GB" dirty="0"/>
              <a:t>In C programming there are 32 keywords.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if, else, while, for etc.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52399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182F3-6051-BF8E-99AA-72A9B760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Identifier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B5355-AF20-75A6-71AC-A7040F3A7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Identifier are user defined words.</a:t>
            </a:r>
          </a:p>
          <a:p>
            <a:r>
              <a:rPr lang="en-BD" dirty="0"/>
              <a:t>Example:</a:t>
            </a:r>
          </a:p>
          <a:p>
            <a:pPr lvl="1"/>
            <a:r>
              <a:rPr lang="en-BD" dirty="0"/>
              <a:t>Variable name</a:t>
            </a:r>
          </a:p>
          <a:p>
            <a:pPr lvl="1"/>
            <a:r>
              <a:rPr lang="en-BD" dirty="0"/>
              <a:t>Function name</a:t>
            </a:r>
          </a:p>
          <a:p>
            <a:pPr lvl="1"/>
            <a:r>
              <a:rPr lang="en-BD" dirty="0"/>
              <a:t>Array name</a:t>
            </a:r>
          </a:p>
          <a:p>
            <a:pPr lvl="1"/>
            <a:r>
              <a:rPr lang="en-BD" dirty="0"/>
              <a:t>Structure name etc</a:t>
            </a:r>
          </a:p>
        </p:txBody>
      </p:sp>
    </p:spTree>
    <p:extLst>
      <p:ext uri="{BB962C8B-B14F-4D97-AF65-F5344CB8AC3E}">
        <p14:creationId xmlns:p14="http://schemas.microsoft.com/office/powerpoint/2010/main" val="87336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5FEA-9A55-57BE-E0BA-E7096FD4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Rules to name an identifier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5A65C-CE6B-14A8-A111-9615DCB2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7114" cy="4351338"/>
          </a:xfrm>
        </p:spPr>
        <p:txBody>
          <a:bodyPr/>
          <a:lstStyle/>
          <a:p>
            <a:r>
              <a:rPr lang="en-BD" dirty="0"/>
              <a:t>An identifier can include letters and digit.</a:t>
            </a:r>
          </a:p>
          <a:p>
            <a:r>
              <a:rPr lang="en-BD" dirty="0"/>
              <a:t>An identifier can only begin with letters or underscore ( _ )</a:t>
            </a:r>
          </a:p>
          <a:p>
            <a:r>
              <a:rPr lang="en-BD" dirty="0"/>
              <a:t>An identifier can’t include special character except underscore ( _ )</a:t>
            </a:r>
          </a:p>
          <a:p>
            <a:r>
              <a:rPr lang="en-BD" dirty="0"/>
              <a:t>Spaces are not allowed while naming an identifier.</a:t>
            </a:r>
          </a:p>
          <a:p>
            <a:r>
              <a:rPr lang="en-BD" dirty="0"/>
              <a:t>We can not name identifiers the same as keyword.</a:t>
            </a:r>
          </a:p>
          <a:p>
            <a:r>
              <a:rPr lang="en-BD" dirty="0"/>
              <a:t>C language is case sensitive. For example xyz, XYZ these two variables are different.</a:t>
            </a:r>
          </a:p>
        </p:txBody>
      </p:sp>
    </p:spTree>
    <p:extLst>
      <p:ext uri="{BB962C8B-B14F-4D97-AF65-F5344CB8AC3E}">
        <p14:creationId xmlns:p14="http://schemas.microsoft.com/office/powerpoint/2010/main" val="171699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244D-8529-63A1-768F-8E98D219A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135EB-74D0-1B73-8DE3-1BDCAC669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22578" cy="5032376"/>
          </a:xfrm>
        </p:spPr>
        <p:txBody>
          <a:bodyPr>
            <a:normAutofit/>
          </a:bodyPr>
          <a:lstStyle/>
          <a:p>
            <a:r>
              <a:rPr lang="en-GB" dirty="0"/>
              <a:t>A variable in C language is the name associated with some memory location to store data of different types.</a:t>
            </a:r>
          </a:p>
          <a:p>
            <a:r>
              <a:rPr lang="en-GB" dirty="0"/>
              <a:t>Syntax: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int a = 5;   # </a:t>
            </a:r>
            <a:r>
              <a:rPr lang="en-GB" dirty="0">
                <a:solidFill>
                  <a:srgbClr val="FF0000"/>
                </a:solidFill>
              </a:rPr>
              <a:t>it means you can declare a variable and assigning the value</a:t>
            </a:r>
          </a:p>
          <a:p>
            <a:pPr lvl="1"/>
            <a:r>
              <a:rPr lang="en-GB" dirty="0"/>
              <a:t>int b;	  # </a:t>
            </a:r>
            <a:r>
              <a:rPr lang="en-GB" b="0" i="0" dirty="0">
                <a:solidFill>
                  <a:srgbClr val="FF0000"/>
                </a:solidFill>
                <a:effectLst/>
              </a:rPr>
              <a:t>You can also declare a variable without assigning the</a:t>
            </a:r>
            <a:r>
              <a:rPr lang="en-GB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GB" b="0" i="0" dirty="0">
                <a:solidFill>
                  <a:srgbClr val="FF0000"/>
                </a:solidFill>
                <a:effectLst/>
              </a:rPr>
              <a:t>value</a:t>
            </a:r>
            <a:endParaRPr lang="en-GB" dirty="0">
              <a:solidFill>
                <a:srgbClr val="FF0000"/>
              </a:solidFill>
            </a:endParaRPr>
          </a:p>
          <a:p>
            <a:pPr lvl="1"/>
            <a:r>
              <a:rPr lang="en-GB" dirty="0"/>
              <a:t>b = 10;	  # </a:t>
            </a:r>
            <a:r>
              <a:rPr lang="en-GB" dirty="0">
                <a:solidFill>
                  <a:srgbClr val="FF0000"/>
                </a:solidFill>
              </a:rPr>
              <a:t>Then assign the value later</a:t>
            </a:r>
          </a:p>
          <a:p>
            <a:pPr lvl="1"/>
            <a:endParaRPr lang="en-BD" dirty="0"/>
          </a:p>
        </p:txBody>
      </p:sp>
      <p:pic>
        <p:nvPicPr>
          <p:cNvPr id="5" name="Picture 4" descr="A close-up of a computer code&#10;&#10;Description automatically generated">
            <a:extLst>
              <a:ext uri="{FF2B5EF4-FFF2-40B4-BE49-F238E27FC236}">
                <a16:creationId xmlns:a16="http://schemas.microsoft.com/office/drawing/2014/main" id="{73653840-4C3D-5A27-F86D-876EDC3B8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3202625"/>
            <a:ext cx="8207143" cy="140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9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23FF-7069-4A07-0A2D-A91242804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B4D22-85AB-EBC7-1DFC-72D815D5D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specifies the type of data that the variable can store.</a:t>
            </a:r>
          </a:p>
          <a:p>
            <a:r>
              <a:rPr lang="en-GB" dirty="0"/>
              <a:t>It tells how much storage/memory to be allocated to a variable.</a:t>
            </a:r>
          </a:p>
          <a:p>
            <a:r>
              <a:rPr lang="en-GB" dirty="0"/>
              <a:t>Mainly 3 types. They are:</a:t>
            </a:r>
          </a:p>
          <a:p>
            <a:pPr lvl="1"/>
            <a:r>
              <a:rPr lang="en-GB" dirty="0"/>
              <a:t>Primary: int, float, char, double, void.</a:t>
            </a:r>
          </a:p>
          <a:p>
            <a:pPr lvl="1"/>
            <a:r>
              <a:rPr lang="en-GB" dirty="0"/>
              <a:t>Derived: array, structure, union, pointers.</a:t>
            </a:r>
          </a:p>
          <a:p>
            <a:pPr lvl="1"/>
            <a:r>
              <a:rPr lang="en-GB" dirty="0"/>
              <a:t>User-defined: typedef, </a:t>
            </a:r>
            <a:r>
              <a:rPr lang="en-GB" dirty="0" err="1"/>
              <a:t>enum</a:t>
            </a:r>
            <a:endParaRPr lang="en-GB" dirty="0"/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904300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4F22-9D89-A603-F7A3-C39DA2A0F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Integer Data Type</a:t>
            </a:r>
            <a:endParaRPr lang="en-B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8A9FC0-3013-2356-4C5F-4A1469F27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integer datatype in C is used to store the integer numbers (any number including positive, negative and zero without decimal part).</a:t>
            </a:r>
          </a:p>
          <a:p>
            <a:r>
              <a:rPr lang="en-GB" dirty="0"/>
              <a:t>Range:  -32768 to +32767</a:t>
            </a:r>
          </a:p>
          <a:p>
            <a:r>
              <a:rPr lang="en-GB" dirty="0"/>
              <a:t>Size</a:t>
            </a:r>
            <a:r>
              <a:rPr lang="en-GB"/>
              <a:t>: 2 </a:t>
            </a:r>
            <a:r>
              <a:rPr lang="en-GB" dirty="0"/>
              <a:t>bytes</a:t>
            </a:r>
          </a:p>
          <a:p>
            <a:r>
              <a:rPr lang="en-GB" dirty="0"/>
              <a:t>Format Specifier: %d</a:t>
            </a:r>
          </a:p>
          <a:p>
            <a:r>
              <a:rPr lang="en-GB" dirty="0"/>
              <a:t>Syntax:</a:t>
            </a:r>
          </a:p>
          <a:p>
            <a:endParaRPr lang="en-BD" dirty="0"/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083CB9D-1AE9-40CB-B6B8-72F95C1E6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465" y="5267554"/>
            <a:ext cx="2873932" cy="7143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982254-14E6-FDCC-E445-A3633AA10667}"/>
              </a:ext>
            </a:extLst>
          </p:cNvPr>
          <p:cNvSpPr txBox="1"/>
          <p:nvPr/>
        </p:nvSpPr>
        <p:spPr>
          <a:xfrm>
            <a:off x="5595431" y="3429000"/>
            <a:ext cx="53085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C00000"/>
                </a:solidFill>
                <a:effectLst/>
              </a:rPr>
              <a:t>The format specifier in C is used to tell the compiler </a:t>
            </a:r>
          </a:p>
          <a:p>
            <a:r>
              <a:rPr lang="en-GB" b="0" i="0" dirty="0">
                <a:solidFill>
                  <a:srgbClr val="C00000"/>
                </a:solidFill>
                <a:effectLst/>
              </a:rPr>
              <a:t>about the type of data to be printed or scanned in </a:t>
            </a:r>
          </a:p>
          <a:p>
            <a:r>
              <a:rPr lang="en-GB" b="0" i="0" dirty="0">
                <a:solidFill>
                  <a:srgbClr val="C00000"/>
                </a:solidFill>
                <a:effectLst/>
              </a:rPr>
              <a:t>input and output operations. </a:t>
            </a:r>
            <a:endParaRPr lang="en-BD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480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4774-C6E2-3960-3E46-E0135DC19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 Data Type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2854E-857D-74BF-6E84-2A8737D89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Character data type allows its variable to store only a single character.</a:t>
            </a:r>
          </a:p>
          <a:p>
            <a:r>
              <a:rPr lang="en-GB" dirty="0"/>
              <a:t>Range: (-128 to 127) or (0 to 255)</a:t>
            </a:r>
          </a:p>
          <a:p>
            <a:r>
              <a:rPr lang="en-GB" dirty="0"/>
              <a:t>Size: 1 byte</a:t>
            </a:r>
          </a:p>
          <a:p>
            <a:r>
              <a:rPr lang="en-GB" dirty="0"/>
              <a:t>Format Specifier: %c</a:t>
            </a:r>
          </a:p>
          <a:p>
            <a:r>
              <a:rPr lang="en-BD" dirty="0"/>
              <a:t>Syntax:</a:t>
            </a:r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2CB94A1F-F749-FCBB-97BD-D216404B7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515" y="4789667"/>
            <a:ext cx="2926238" cy="82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17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2737-CB7E-B551-3A5F-E820C7BE6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 Data Type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544A5-99CC-1F16-BD93-FABA3747E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Float in C is used to store decimal and exponential values. </a:t>
            </a:r>
          </a:p>
          <a:p>
            <a:r>
              <a:rPr lang="en-GB" dirty="0"/>
              <a:t>It is used to store decimal numbers (numbers with floating point values) with single precision.</a:t>
            </a:r>
          </a:p>
          <a:p>
            <a:r>
              <a:rPr lang="en-GB" dirty="0"/>
              <a:t>Range: 1.2E-38 to 3.4E+38</a:t>
            </a:r>
          </a:p>
          <a:p>
            <a:r>
              <a:rPr lang="en-GB" dirty="0"/>
              <a:t>Size: 4 bytes</a:t>
            </a:r>
          </a:p>
          <a:p>
            <a:r>
              <a:rPr lang="en-GB" dirty="0"/>
              <a:t>Format Specifier: %f</a:t>
            </a:r>
          </a:p>
          <a:p>
            <a:r>
              <a:rPr lang="en-GB" dirty="0"/>
              <a:t>Syntax:</a:t>
            </a:r>
          </a:p>
          <a:p>
            <a:endParaRPr lang="en-BD" dirty="0"/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7E33CB15-5591-799B-29A3-E7BEF498E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569" y="5236873"/>
            <a:ext cx="3060766" cy="80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25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F9B6-8321-4D13-2CAB-D8027446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Double Data Type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4C401-225F-E455-BCAB-B45CF85B9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 Double data type in C is used to store decimal numbers (numbers with floating point values) with double precision.</a:t>
            </a:r>
          </a:p>
          <a:p>
            <a:r>
              <a:rPr lang="en-GB" dirty="0"/>
              <a:t>Range: 1.7E-308 to 1.7E+308</a:t>
            </a:r>
          </a:p>
          <a:p>
            <a:r>
              <a:rPr lang="en-GB" dirty="0"/>
              <a:t>Size: 8 bytes</a:t>
            </a:r>
          </a:p>
          <a:p>
            <a:r>
              <a:rPr lang="en-GB" dirty="0"/>
              <a:t>Format Specifier: %</a:t>
            </a:r>
            <a:r>
              <a:rPr lang="en-GB" dirty="0" err="1"/>
              <a:t>lf</a:t>
            </a:r>
            <a:endParaRPr lang="en-GB" dirty="0"/>
          </a:p>
          <a:p>
            <a:r>
              <a:rPr lang="en-BD" dirty="0"/>
              <a:t>Syntax:</a:t>
            </a:r>
          </a:p>
          <a:p>
            <a:pPr lvl="1"/>
            <a:endParaRPr lang="en-BD" dirty="0"/>
          </a:p>
        </p:txBody>
      </p:sp>
      <p:pic>
        <p:nvPicPr>
          <p:cNvPr id="5" name="Picture 4" descr="A close up of a word&#10;&#10;Description automatically generated">
            <a:extLst>
              <a:ext uri="{FF2B5EF4-FFF2-40B4-BE49-F238E27FC236}">
                <a16:creationId xmlns:a16="http://schemas.microsoft.com/office/drawing/2014/main" id="{2695685A-0505-5292-D38F-5AE3C42FB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031" y="4807828"/>
            <a:ext cx="3267806" cy="65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1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3F1E-EBBB-FCD0-1821-FA8E8BD64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Qualifiers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E9911-DC6D-27D9-14A4-5F760AC8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The qualifiers are the keywords applied to the data types to change its meaning.</a:t>
            </a:r>
          </a:p>
          <a:p>
            <a:r>
              <a:rPr lang="en-BD" dirty="0"/>
              <a:t>There are 3 types of qualifiers.</a:t>
            </a:r>
          </a:p>
          <a:p>
            <a:pPr lvl="1"/>
            <a:r>
              <a:rPr lang="en-BD" dirty="0"/>
              <a:t>Size qualifier</a:t>
            </a:r>
          </a:p>
          <a:p>
            <a:pPr lvl="1"/>
            <a:r>
              <a:rPr lang="en-BD" dirty="0"/>
              <a:t>Sign qualifier</a:t>
            </a:r>
          </a:p>
          <a:p>
            <a:pPr lvl="1"/>
            <a:r>
              <a:rPr lang="en-BD" dirty="0"/>
              <a:t>Type qualifier</a:t>
            </a:r>
          </a:p>
        </p:txBody>
      </p:sp>
    </p:spTree>
    <p:extLst>
      <p:ext uri="{BB962C8B-B14F-4D97-AF65-F5344CB8AC3E}">
        <p14:creationId xmlns:p14="http://schemas.microsoft.com/office/powerpoint/2010/main" val="2538750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1224-2A32-4CE2-ACD4-6837B3DC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Size Qualifier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F0BB6-1B72-9A12-E817-958DA931B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Size qualifier are prefixed to the basic data types to increase or decrease the space allocated to the variable.</a:t>
            </a:r>
          </a:p>
          <a:p>
            <a:r>
              <a:rPr lang="en-BD" dirty="0"/>
              <a:t>In here there are 2 keywords (short, long)</a:t>
            </a: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797494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6D1C-3F52-FAD0-12BB-E1D8001C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Sign Qualifier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FCC62-7842-23F0-B52C-95937EC46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Sign qualifier is used to specify the signed nature of the integer.</a:t>
            </a:r>
          </a:p>
          <a:p>
            <a:r>
              <a:rPr lang="en-BD" dirty="0"/>
              <a:t>In here there are 2 keywords. They are Signed, Unsigned</a:t>
            </a:r>
          </a:p>
          <a:p>
            <a:r>
              <a:rPr lang="en-BD" dirty="0"/>
              <a:t>If nothing is mentiond then by default there will be signed qualifier.</a:t>
            </a:r>
          </a:p>
          <a:p>
            <a:pPr lvl="1"/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320765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93F9C-DBDA-23DF-B5F3-AD6B5E88A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Qualifiers (Cont’d)</a:t>
            </a:r>
          </a:p>
        </p:txBody>
      </p:sp>
      <p:pic>
        <p:nvPicPr>
          <p:cNvPr id="5" name="Content Placeholder 4" descr="A table of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DC36620A-D4AD-6B32-57C8-38B1E335F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1912" y="1825624"/>
            <a:ext cx="8503920" cy="4794631"/>
          </a:xfrm>
        </p:spPr>
      </p:pic>
    </p:spTree>
    <p:extLst>
      <p:ext uri="{BB962C8B-B14F-4D97-AF65-F5344CB8AC3E}">
        <p14:creationId xmlns:p14="http://schemas.microsoft.com/office/powerpoint/2010/main" val="14501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E5D0A-3985-FA62-852C-8B92E912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Type Qualifier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2C22-FAE3-EFAA-CF0F-FE6B05193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tells who has the capability to modify the value of the variables.</a:t>
            </a:r>
          </a:p>
          <a:p>
            <a:r>
              <a:rPr lang="en-GB" dirty="0"/>
              <a:t>In here we have </a:t>
            </a:r>
            <a:r>
              <a:rPr lang="en-GB" dirty="0" err="1"/>
              <a:t>const</a:t>
            </a:r>
            <a:r>
              <a:rPr lang="en-GB" dirty="0"/>
              <a:t>, volatile keywords.</a:t>
            </a:r>
          </a:p>
          <a:p>
            <a:endParaRPr lang="en-B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932441-D294-2D79-F2CF-81E21BBA8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966711"/>
              </p:ext>
            </p:extLst>
          </p:nvPr>
        </p:nvGraphicFramePr>
        <p:xfrm>
          <a:off x="1953623" y="3680580"/>
          <a:ext cx="812799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64043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550668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3886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Modify in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Modify through External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959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int a=0;</a:t>
                      </a:r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47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</a:t>
                      </a:r>
                      <a:r>
                        <a:rPr lang="en-BD" dirty="0"/>
                        <a:t>onst int a = 0;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5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</a:t>
                      </a:r>
                      <a:r>
                        <a:rPr lang="en-BD" dirty="0"/>
                        <a:t>olatile int a = 0;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24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D" dirty="0"/>
                        <a:t>const volatile int a = 0;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252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7275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187C2-2BD9-C4F3-2CD5-6D77BEE9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 err="1">
                <a:effectLst/>
                <a:latin typeface="+mn-lt"/>
              </a:rPr>
              <a:t>printf</a:t>
            </a:r>
            <a:r>
              <a:rPr lang="en-GB" b="0" i="0" dirty="0">
                <a:effectLst/>
                <a:latin typeface="+mn-lt"/>
              </a:rPr>
              <a:t>() and </a:t>
            </a:r>
            <a:r>
              <a:rPr lang="en-GB" b="0" i="0" dirty="0" err="1">
                <a:effectLst/>
                <a:latin typeface="+mn-lt"/>
              </a:rPr>
              <a:t>scanf</a:t>
            </a:r>
            <a:r>
              <a:rPr lang="en-GB" b="0" i="0" dirty="0">
                <a:effectLst/>
                <a:latin typeface="+mn-lt"/>
              </a:rPr>
              <a:t>() in C</a:t>
            </a:r>
            <a:endParaRPr lang="en-BD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913A2-8BC8-3334-1D6A-B81EFEEB0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printf</a:t>
            </a:r>
            <a:r>
              <a:rPr lang="en-GB" dirty="0"/>
              <a:t>() and </a:t>
            </a:r>
            <a:r>
              <a:rPr lang="en-GB" dirty="0" err="1"/>
              <a:t>scanf</a:t>
            </a:r>
            <a:r>
              <a:rPr lang="en-GB" dirty="0"/>
              <a:t>() functions are used for input and output in C language.</a:t>
            </a:r>
          </a:p>
          <a:p>
            <a:r>
              <a:rPr lang="en-GB" dirty="0"/>
              <a:t>The </a:t>
            </a:r>
            <a:r>
              <a:rPr lang="en-GB" dirty="0" err="1"/>
              <a:t>printf</a:t>
            </a:r>
            <a:r>
              <a:rPr lang="en-GB" dirty="0"/>
              <a:t>() function is used for output. It prints the given statement to the console.</a:t>
            </a:r>
          </a:p>
          <a:p>
            <a:r>
              <a:rPr lang="en-GB" dirty="0"/>
              <a:t>The </a:t>
            </a:r>
            <a:r>
              <a:rPr lang="en-GB" dirty="0" err="1"/>
              <a:t>scanf</a:t>
            </a:r>
            <a:r>
              <a:rPr lang="en-GB" dirty="0"/>
              <a:t>() function is used for input. It reads the input data from the console.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991568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EFF94-7BFE-9FA1-1336-642E9106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 err="1">
                <a:effectLst/>
                <a:latin typeface="+mn-lt"/>
              </a:rPr>
              <a:t>printf</a:t>
            </a:r>
            <a:r>
              <a:rPr lang="en-GB" b="0" i="0" dirty="0">
                <a:effectLst/>
                <a:latin typeface="+mn-lt"/>
              </a:rPr>
              <a:t>() and </a:t>
            </a:r>
            <a:r>
              <a:rPr lang="en-GB" b="0" i="0" dirty="0" err="1">
                <a:effectLst/>
                <a:latin typeface="+mn-lt"/>
              </a:rPr>
              <a:t>scanf</a:t>
            </a:r>
            <a:r>
              <a:rPr lang="en-GB" b="0" i="0" dirty="0">
                <a:effectLst/>
                <a:latin typeface="+mn-lt"/>
              </a:rPr>
              <a:t>() in C (Cont’d)</a:t>
            </a:r>
            <a:endParaRPr lang="en-B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30EF8C-C6B8-52BF-06A6-EEACA9471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74736"/>
            <a:ext cx="6451600" cy="364940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8B8021-1171-2DF2-5F73-6022959E0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800" y="2029016"/>
            <a:ext cx="38989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90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77098B-B534-0373-B302-217271CADCF8}"/>
              </a:ext>
            </a:extLst>
          </p:cNvPr>
          <p:cNvSpPr txBox="1"/>
          <p:nvPr/>
        </p:nvSpPr>
        <p:spPr>
          <a:xfrm>
            <a:off x="3123446" y="2565793"/>
            <a:ext cx="55793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77933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735</Words>
  <Application>Microsoft Macintosh PowerPoint</Application>
  <PresentationFormat>Widescreen</PresentationFormat>
  <Paragraphs>105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Verdana</vt:lpstr>
      <vt:lpstr>Office Theme</vt:lpstr>
      <vt:lpstr>Keywords, Identifiers, Data Types and Qualifiers</vt:lpstr>
      <vt:lpstr>Keywords</vt:lpstr>
      <vt:lpstr>Identifier</vt:lpstr>
      <vt:lpstr>Rules to name an identifier</vt:lpstr>
      <vt:lpstr>Variable</vt:lpstr>
      <vt:lpstr>Data Types</vt:lpstr>
      <vt:lpstr>Integer Data Type</vt:lpstr>
      <vt:lpstr>Character Data Type</vt:lpstr>
      <vt:lpstr>Float Data Type</vt:lpstr>
      <vt:lpstr>Double Data Type</vt:lpstr>
      <vt:lpstr>Qualifiers</vt:lpstr>
      <vt:lpstr>Size Qualifier</vt:lpstr>
      <vt:lpstr>Sign Qualifier</vt:lpstr>
      <vt:lpstr>Qualifiers (Cont’d)</vt:lpstr>
      <vt:lpstr>Type Qualifier</vt:lpstr>
      <vt:lpstr>printf() and scanf() in C</vt:lpstr>
      <vt:lpstr>printf() and scanf() in C (Cont’d)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Rakib Mahmud</dc:creator>
  <cp:lastModifiedBy>Rakib Mahmud</cp:lastModifiedBy>
  <cp:revision>4</cp:revision>
  <dcterms:created xsi:type="dcterms:W3CDTF">2025-01-20T05:51:21Z</dcterms:created>
  <dcterms:modified xsi:type="dcterms:W3CDTF">2025-01-22T12:17:46Z</dcterms:modified>
</cp:coreProperties>
</file>